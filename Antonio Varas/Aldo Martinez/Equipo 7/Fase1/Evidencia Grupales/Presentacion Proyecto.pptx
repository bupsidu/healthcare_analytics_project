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Arimo"/>
      <p:regular r:id="rId27"/>
      <p:bold r:id="rId28"/>
      <p:italic r:id="rId29"/>
      <p:boldItalic r:id="rId30"/>
    </p:embeddedFont>
    <p:embeddedFont>
      <p:font typeface="Instrument Sans"/>
      <p:regular r:id="rId31"/>
      <p:bold r:id="rId32"/>
      <p:italic r:id="rId33"/>
      <p:boldItalic r:id="rId34"/>
    </p:embeddedFont>
    <p:embeddedFont>
      <p:font typeface="Sora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Arimo-bold.fntdata"/><Relationship Id="rId27" Type="http://schemas.openxmlformats.org/officeDocument/2006/relationships/font" Target="fonts/Arim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strumentSans-regular.fntdata"/><Relationship Id="rId30" Type="http://schemas.openxmlformats.org/officeDocument/2006/relationships/font" Target="fonts/Arimo-boldItalic.fntdata"/><Relationship Id="rId11" Type="http://schemas.openxmlformats.org/officeDocument/2006/relationships/slide" Target="slides/slide6.xml"/><Relationship Id="rId33" Type="http://schemas.openxmlformats.org/officeDocument/2006/relationships/font" Target="fonts/InstrumentSans-italic.fntdata"/><Relationship Id="rId10" Type="http://schemas.openxmlformats.org/officeDocument/2006/relationships/slide" Target="slides/slide5.xml"/><Relationship Id="rId32" Type="http://schemas.openxmlformats.org/officeDocument/2006/relationships/font" Target="fonts/InstrumentSans-bold.fntdata"/><Relationship Id="rId13" Type="http://schemas.openxmlformats.org/officeDocument/2006/relationships/slide" Target="slides/slide8.xml"/><Relationship Id="rId35" Type="http://schemas.openxmlformats.org/officeDocument/2006/relationships/font" Target="fonts/Sora-regular.fntdata"/><Relationship Id="rId12" Type="http://schemas.openxmlformats.org/officeDocument/2006/relationships/slide" Target="slides/slide7.xml"/><Relationship Id="rId34" Type="http://schemas.openxmlformats.org/officeDocument/2006/relationships/font" Target="fonts/Instrument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Sora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f9e629ec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0f9e629ec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8b6527a0b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f8b6527a0b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1258269c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1258269c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11e7c571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11e7c571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1258269c9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1258269c9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1258269c9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21258269c9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8b71c8f37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f8b71c8f37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140bdeee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140bdeee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1258269c9b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1258269c9b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1e375b9f5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11e375b9f5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1258269c9b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1258269c9b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0f9e629ec3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0f9e629ec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105afc42a3_1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105afc42a3_1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8b71c8f37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f8b71c8f3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f8b71c8f37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f8b71c8f3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330b26925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330b26925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12" name="Google Shape;12;p2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5" name="Google Shape;15;p2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9" name="Google Shape;19;p2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20" name="Google Shape;20;p2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" name="Google Shape;22;p2"/>
          <p:cNvSpPr txBox="1"/>
          <p:nvPr>
            <p:ph type="ctrTitle"/>
          </p:nvPr>
        </p:nvSpPr>
        <p:spPr>
          <a:xfrm>
            <a:off x="904700" y="661400"/>
            <a:ext cx="4783800" cy="242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6176375" y="3924200"/>
            <a:ext cx="2252700" cy="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27" name="Google Shape;27;p3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28" name="Google Shape;28;p3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31" name="Google Shape;31;p3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35" name="Google Shape;35;p3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36" name="Google Shape;36;p3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" name="Google Shape;38;p3"/>
          <p:cNvSpPr txBox="1"/>
          <p:nvPr>
            <p:ph type="title"/>
          </p:nvPr>
        </p:nvSpPr>
        <p:spPr>
          <a:xfrm>
            <a:off x="820925" y="3657500"/>
            <a:ext cx="3943500" cy="9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9" name="Google Shape;39;p3"/>
          <p:cNvSpPr txBox="1"/>
          <p:nvPr>
            <p:ph hasCustomPrompt="1" idx="2" type="title"/>
          </p:nvPr>
        </p:nvSpPr>
        <p:spPr>
          <a:xfrm>
            <a:off x="820925" y="976175"/>
            <a:ext cx="15816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" name="Google Shape;40;p3"/>
          <p:cNvSpPr/>
          <p:nvPr>
            <p:ph idx="3" type="pic"/>
          </p:nvPr>
        </p:nvSpPr>
        <p:spPr>
          <a:xfrm>
            <a:off x="5725550" y="535000"/>
            <a:ext cx="2703300" cy="407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" name="Google Shape;43;p4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44" name="Google Shape;44;p4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45" name="Google Shape;45;p4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52" name="Google Shape;52;p4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53" name="Google Shape;53;p4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" name="Google Shape;54;p4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" name="Google Shape;55;p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" type="body"/>
          </p:nvPr>
        </p:nvSpPr>
        <p:spPr>
          <a:xfrm>
            <a:off x="720000" y="1152475"/>
            <a:ext cx="7704000" cy="12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5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60" name="Google Shape;60;p5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61" name="Google Shape;61;p5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64" name="Google Shape;64;p5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68" name="Google Shape;68;p5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69" name="Google Shape;69;p5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5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1" name="Google Shape;71;p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" name="Google Shape;72;p5"/>
          <p:cNvSpPr txBox="1"/>
          <p:nvPr>
            <p:ph idx="1" type="subTitle"/>
          </p:nvPr>
        </p:nvSpPr>
        <p:spPr>
          <a:xfrm>
            <a:off x="5305842" y="2393476"/>
            <a:ext cx="2529600" cy="14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5"/>
          <p:cNvSpPr txBox="1"/>
          <p:nvPr>
            <p:ph idx="2" type="subTitle"/>
          </p:nvPr>
        </p:nvSpPr>
        <p:spPr>
          <a:xfrm>
            <a:off x="1837813" y="2393475"/>
            <a:ext cx="2529600" cy="14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idx="3" type="subTitle"/>
          </p:nvPr>
        </p:nvSpPr>
        <p:spPr>
          <a:xfrm>
            <a:off x="1837813" y="1936275"/>
            <a:ext cx="2529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5" name="Google Shape;75;p5"/>
          <p:cNvSpPr txBox="1"/>
          <p:nvPr>
            <p:ph idx="4" type="subTitle"/>
          </p:nvPr>
        </p:nvSpPr>
        <p:spPr>
          <a:xfrm>
            <a:off x="5305848" y="1936283"/>
            <a:ext cx="2529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6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 flipH="1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6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79" name="Google Shape;79;p6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80" name="Google Shape;80;p6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1" name="Google Shape;81;p6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2" name="Google Shape;82;p6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83" name="Google Shape;83;p6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84" name="Google Shape;84;p6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5" name="Google Shape;85;p6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87" name="Google Shape;87;p6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88" name="Google Shape;88;p6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" name="Google Shape;89;p6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" name="Google Shape;90;p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7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94" name="Google Shape;94;p7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95" name="Google Shape;95;p7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98" name="Google Shape;98;p7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1" name="Google Shape;101;p7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02" name="Google Shape;102;p7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103" name="Google Shape;103;p7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7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7"/>
          <p:cNvSpPr txBox="1"/>
          <p:nvPr>
            <p:ph type="title"/>
          </p:nvPr>
        </p:nvSpPr>
        <p:spPr>
          <a:xfrm flipH="1">
            <a:off x="3736300" y="1413100"/>
            <a:ext cx="4692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" name="Google Shape;106;p7"/>
          <p:cNvSpPr txBox="1"/>
          <p:nvPr>
            <p:ph idx="1" type="body"/>
          </p:nvPr>
        </p:nvSpPr>
        <p:spPr>
          <a:xfrm flipH="1">
            <a:off x="3736100" y="1985800"/>
            <a:ext cx="4692600" cy="17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7" name="Google Shape;107;p7"/>
          <p:cNvSpPr/>
          <p:nvPr>
            <p:ph idx="2" type="pic"/>
          </p:nvPr>
        </p:nvSpPr>
        <p:spPr>
          <a:xfrm>
            <a:off x="715100" y="535000"/>
            <a:ext cx="2703300" cy="407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2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" name="Google Shape;110;p8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111" name="Google Shape;111;p8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112" name="Google Shape;112;p8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3" name="Google Shape;113;p8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4" name="Google Shape;114;p8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15" name="Google Shape;115;p8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19" name="Google Shape;119;p8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120" name="Google Shape;120;p8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8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2" name="Google Shape;122;p8"/>
          <p:cNvSpPr txBox="1"/>
          <p:nvPr>
            <p:ph type="title"/>
          </p:nvPr>
        </p:nvSpPr>
        <p:spPr>
          <a:xfrm>
            <a:off x="2171700" y="1307100"/>
            <a:ext cx="48006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 rot="10800000">
            <a:off x="-2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9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126" name="Google Shape;126;p9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127" name="Google Shape;127;p9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28" name="Google Shape;128;p9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30" name="Google Shape;130;p9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131" name="Google Shape;131;p9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2" name="Google Shape;132;p9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34" name="Google Shape;134;p9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135" name="Google Shape;135;p9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9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7" name="Google Shape;137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1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 rot="10800000"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1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145" name="Google Shape;145;p11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146" name="Google Shape;146;p11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48" name="Google Shape;148;p11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49" name="Google Shape;149;p11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150" name="Google Shape;150;p11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53" name="Google Shape;153;p11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154" name="Google Shape;154;p11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11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6" name="Google Shape;156;p11"/>
          <p:cNvSpPr txBox="1"/>
          <p:nvPr>
            <p:ph hasCustomPrompt="1" type="title"/>
          </p:nvPr>
        </p:nvSpPr>
        <p:spPr>
          <a:xfrm>
            <a:off x="2298000" y="1459700"/>
            <a:ext cx="4707300" cy="12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7" name="Google Shape;157;p11"/>
          <p:cNvSpPr txBox="1"/>
          <p:nvPr>
            <p:ph idx="1" type="subTitle"/>
          </p:nvPr>
        </p:nvSpPr>
        <p:spPr>
          <a:xfrm>
            <a:off x="2298000" y="2698575"/>
            <a:ext cx="4707300" cy="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3"/>
          <p:cNvPicPr preferRelativeResize="0"/>
          <p:nvPr/>
        </p:nvPicPr>
        <p:blipFill>
          <a:blip r:embed="rId2">
            <a:alphaModFix amt="77000"/>
          </a:blip>
          <a:stretch>
            <a:fillRect/>
          </a:stretch>
        </p:blipFill>
        <p:spPr>
          <a:xfrm flipH="1" rot="10800000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3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162" name="Google Shape;162;p13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163" name="Google Shape;163;p13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65" name="Google Shape;165;p13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66" name="Google Shape;166;p13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167" name="Google Shape;167;p13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70" name="Google Shape;170;p13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171" name="Google Shape;171;p13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13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3" name="Google Shape;173;p13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4" name="Google Shape;174;p13"/>
          <p:cNvSpPr txBox="1"/>
          <p:nvPr>
            <p:ph hasCustomPrompt="1" idx="2" type="title"/>
          </p:nvPr>
        </p:nvSpPr>
        <p:spPr>
          <a:xfrm>
            <a:off x="776350" y="1652600"/>
            <a:ext cx="8721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/>
          <p:nvPr>
            <p:ph hasCustomPrompt="1" idx="3" type="title"/>
          </p:nvPr>
        </p:nvSpPr>
        <p:spPr>
          <a:xfrm>
            <a:off x="4944575" y="1652600"/>
            <a:ext cx="8721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/>
          <p:nvPr>
            <p:ph hasCustomPrompt="1" idx="4" type="title"/>
          </p:nvPr>
        </p:nvSpPr>
        <p:spPr>
          <a:xfrm>
            <a:off x="776350" y="2690075"/>
            <a:ext cx="8721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/>
          <p:nvPr>
            <p:ph hasCustomPrompt="1" idx="5" type="title"/>
          </p:nvPr>
        </p:nvSpPr>
        <p:spPr>
          <a:xfrm>
            <a:off x="4944575" y="2690075"/>
            <a:ext cx="8721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/>
          <p:nvPr>
            <p:ph hasCustomPrompt="1" idx="6" type="title"/>
          </p:nvPr>
        </p:nvSpPr>
        <p:spPr>
          <a:xfrm>
            <a:off x="776350" y="3727550"/>
            <a:ext cx="8721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/>
          <p:nvPr>
            <p:ph hasCustomPrompt="1" idx="7" type="title"/>
          </p:nvPr>
        </p:nvSpPr>
        <p:spPr>
          <a:xfrm>
            <a:off x="4944575" y="3727550"/>
            <a:ext cx="8721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 txBox="1"/>
          <p:nvPr>
            <p:ph idx="1" type="subTitle"/>
          </p:nvPr>
        </p:nvSpPr>
        <p:spPr>
          <a:xfrm>
            <a:off x="1671225" y="1652600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8" type="subTitle"/>
          </p:nvPr>
        </p:nvSpPr>
        <p:spPr>
          <a:xfrm>
            <a:off x="1671225" y="2690075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9" type="subTitle"/>
          </p:nvPr>
        </p:nvSpPr>
        <p:spPr>
          <a:xfrm>
            <a:off x="1671225" y="3727550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idx="13" type="subTitle"/>
          </p:nvPr>
        </p:nvSpPr>
        <p:spPr>
          <a:xfrm>
            <a:off x="5839000" y="1652600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4" name="Google Shape;184;p13"/>
          <p:cNvSpPr txBox="1"/>
          <p:nvPr>
            <p:ph idx="14" type="subTitle"/>
          </p:nvPr>
        </p:nvSpPr>
        <p:spPr>
          <a:xfrm>
            <a:off x="5839000" y="2690076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5" type="subTitle"/>
          </p:nvPr>
        </p:nvSpPr>
        <p:spPr>
          <a:xfrm>
            <a:off x="5839000" y="3727551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4"/>
          <p:cNvPicPr preferRelativeResize="0"/>
          <p:nvPr/>
        </p:nvPicPr>
        <p:blipFill>
          <a:blip r:embed="rId2">
            <a:alphaModFix amt="77000"/>
          </a:blip>
          <a:stretch>
            <a:fillRect/>
          </a:stretch>
        </p:blipFill>
        <p:spPr>
          <a:xfrm flipH="1" rot="10800000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14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189" name="Google Shape;189;p14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190" name="Google Shape;190;p14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91" name="Google Shape;191;p14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92" name="Google Shape;192;p14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93" name="Google Shape;193;p14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194" name="Google Shape;194;p14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95" name="Google Shape;195;p14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96" name="Google Shape;196;p14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97" name="Google Shape;197;p14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198" name="Google Shape;198;p14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4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4"/>
          <p:cNvSpPr txBox="1"/>
          <p:nvPr>
            <p:ph hasCustomPrompt="1" type="title"/>
          </p:nvPr>
        </p:nvSpPr>
        <p:spPr>
          <a:xfrm>
            <a:off x="3077811" y="1981500"/>
            <a:ext cx="3150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1" name="Google Shape;201;p14"/>
          <p:cNvSpPr txBox="1"/>
          <p:nvPr>
            <p:ph idx="1" type="subTitle"/>
          </p:nvPr>
        </p:nvSpPr>
        <p:spPr>
          <a:xfrm>
            <a:off x="3077811" y="2750402"/>
            <a:ext cx="31503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14"/>
          <p:cNvSpPr txBox="1"/>
          <p:nvPr>
            <p:ph hasCustomPrompt="1" idx="2" type="title"/>
          </p:nvPr>
        </p:nvSpPr>
        <p:spPr>
          <a:xfrm>
            <a:off x="877024" y="535000"/>
            <a:ext cx="3150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14"/>
          <p:cNvSpPr txBox="1"/>
          <p:nvPr>
            <p:ph idx="3" type="subTitle"/>
          </p:nvPr>
        </p:nvSpPr>
        <p:spPr>
          <a:xfrm>
            <a:off x="877024" y="1303904"/>
            <a:ext cx="31503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14"/>
          <p:cNvSpPr txBox="1"/>
          <p:nvPr>
            <p:ph hasCustomPrompt="1" idx="4" type="title"/>
          </p:nvPr>
        </p:nvSpPr>
        <p:spPr>
          <a:xfrm>
            <a:off x="5278599" y="3428000"/>
            <a:ext cx="3150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None/>
              <a:defRPr b="1" sz="45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14"/>
          <p:cNvSpPr txBox="1"/>
          <p:nvPr>
            <p:ph idx="5" type="subTitle"/>
          </p:nvPr>
        </p:nvSpPr>
        <p:spPr>
          <a:xfrm>
            <a:off x="5278599" y="4196899"/>
            <a:ext cx="31503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5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 rot="10800000"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15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209" name="Google Shape;209;p15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210" name="Google Shape;210;p15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11" name="Google Shape;211;p15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12" name="Google Shape;212;p15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213" name="Google Shape;213;p15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214" name="Google Shape;214;p15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15" name="Google Shape;215;p15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217" name="Google Shape;217;p15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218" name="Google Shape;218;p15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5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0" name="Google Shape;220;p15"/>
          <p:cNvSpPr txBox="1"/>
          <p:nvPr>
            <p:ph type="title"/>
          </p:nvPr>
        </p:nvSpPr>
        <p:spPr>
          <a:xfrm flipH="1">
            <a:off x="5304850" y="535000"/>
            <a:ext cx="3123900" cy="10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1" name="Google Shape;221;p15"/>
          <p:cNvSpPr txBox="1"/>
          <p:nvPr>
            <p:ph idx="1" type="subTitle"/>
          </p:nvPr>
        </p:nvSpPr>
        <p:spPr>
          <a:xfrm flipH="1">
            <a:off x="5304850" y="1636150"/>
            <a:ext cx="3123900" cy="6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2" name="Google Shape;222;p15"/>
          <p:cNvSpPr/>
          <p:nvPr>
            <p:ph idx="2" type="pic"/>
          </p:nvPr>
        </p:nvSpPr>
        <p:spPr>
          <a:xfrm flipH="1">
            <a:off x="715100" y="535000"/>
            <a:ext cx="2216700" cy="4104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5"/>
          <p:cNvSpPr/>
          <p:nvPr>
            <p:ph idx="3" type="pic"/>
          </p:nvPr>
        </p:nvSpPr>
        <p:spPr>
          <a:xfrm flipH="1">
            <a:off x="3113175" y="2671400"/>
            <a:ext cx="5178000" cy="1937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5"/>
          <p:cNvSpPr/>
          <p:nvPr>
            <p:ph idx="4" type="pic"/>
          </p:nvPr>
        </p:nvSpPr>
        <p:spPr>
          <a:xfrm flipH="1">
            <a:off x="3113029" y="535000"/>
            <a:ext cx="1628400" cy="1937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6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16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228" name="Google Shape;228;p16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229" name="Google Shape;229;p16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30" name="Google Shape;230;p16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31" name="Google Shape;231;p16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232" name="Google Shape;232;p16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233" name="Google Shape;233;p16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236" name="Google Shape;236;p16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237" name="Google Shape;237;p16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16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9" name="Google Shape;239;p16"/>
          <p:cNvSpPr txBox="1"/>
          <p:nvPr>
            <p:ph type="title"/>
          </p:nvPr>
        </p:nvSpPr>
        <p:spPr>
          <a:xfrm>
            <a:off x="715100" y="535000"/>
            <a:ext cx="77139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16"/>
          <p:cNvSpPr txBox="1"/>
          <p:nvPr>
            <p:ph idx="1" type="subTitle"/>
          </p:nvPr>
        </p:nvSpPr>
        <p:spPr>
          <a:xfrm>
            <a:off x="715100" y="1190825"/>
            <a:ext cx="77139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16"/>
          <p:cNvSpPr/>
          <p:nvPr>
            <p:ph idx="2" type="pic"/>
          </p:nvPr>
        </p:nvSpPr>
        <p:spPr>
          <a:xfrm>
            <a:off x="715100" y="1846650"/>
            <a:ext cx="7713900" cy="276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" name="Google Shape;244;p17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245" name="Google Shape;245;p17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246" name="Google Shape;246;p17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47" name="Google Shape;247;p17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48" name="Google Shape;248;p17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249" name="Google Shape;249;p17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250" name="Google Shape;250;p17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51" name="Google Shape;251;p17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52" name="Google Shape;252;p17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253" name="Google Shape;253;p17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254" name="Google Shape;254;p17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17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6" name="Google Shape;256;p17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7" name="Google Shape;257;p17"/>
          <p:cNvSpPr txBox="1"/>
          <p:nvPr>
            <p:ph idx="1" type="subTitle"/>
          </p:nvPr>
        </p:nvSpPr>
        <p:spPr>
          <a:xfrm>
            <a:off x="1299924" y="1742347"/>
            <a:ext cx="712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17"/>
          <p:cNvSpPr txBox="1"/>
          <p:nvPr>
            <p:ph idx="2" type="subTitle"/>
          </p:nvPr>
        </p:nvSpPr>
        <p:spPr>
          <a:xfrm>
            <a:off x="1299900" y="2884774"/>
            <a:ext cx="712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17"/>
          <p:cNvSpPr txBox="1"/>
          <p:nvPr>
            <p:ph idx="3" type="subTitle"/>
          </p:nvPr>
        </p:nvSpPr>
        <p:spPr>
          <a:xfrm>
            <a:off x="1299901" y="4027200"/>
            <a:ext cx="712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17"/>
          <p:cNvSpPr txBox="1"/>
          <p:nvPr>
            <p:ph idx="4" type="subTitle"/>
          </p:nvPr>
        </p:nvSpPr>
        <p:spPr>
          <a:xfrm>
            <a:off x="1299923" y="1285150"/>
            <a:ext cx="71289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5" type="subTitle"/>
          </p:nvPr>
        </p:nvSpPr>
        <p:spPr>
          <a:xfrm>
            <a:off x="1299913" y="2427577"/>
            <a:ext cx="71289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2" name="Google Shape;262;p17"/>
          <p:cNvSpPr txBox="1"/>
          <p:nvPr>
            <p:ph idx="6" type="subTitle"/>
          </p:nvPr>
        </p:nvSpPr>
        <p:spPr>
          <a:xfrm>
            <a:off x="1299905" y="3570004"/>
            <a:ext cx="71289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8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18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266" name="Google Shape;266;p18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267" name="Google Shape;267;p18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69" name="Google Shape;269;p18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270" name="Google Shape;270;p18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271" name="Google Shape;271;p18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72" name="Google Shape;272;p18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274" name="Google Shape;274;p18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275" name="Google Shape;275;p18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8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7" name="Google Shape;277;p18"/>
          <p:cNvSpPr txBox="1"/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8" name="Google Shape;278;p18"/>
          <p:cNvSpPr txBox="1"/>
          <p:nvPr>
            <p:ph idx="1" type="subTitle"/>
          </p:nvPr>
        </p:nvSpPr>
        <p:spPr>
          <a:xfrm>
            <a:off x="3275900" y="1236450"/>
            <a:ext cx="5153100" cy="100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9" name="Google Shape;279;p18"/>
          <p:cNvSpPr txBox="1"/>
          <p:nvPr>
            <p:ph idx="2" type="subTitle"/>
          </p:nvPr>
        </p:nvSpPr>
        <p:spPr>
          <a:xfrm>
            <a:off x="3275900" y="2370435"/>
            <a:ext cx="5153100" cy="100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" name="Google Shape;280;p18"/>
          <p:cNvSpPr txBox="1"/>
          <p:nvPr>
            <p:ph idx="3" type="subTitle"/>
          </p:nvPr>
        </p:nvSpPr>
        <p:spPr>
          <a:xfrm>
            <a:off x="3275800" y="3504421"/>
            <a:ext cx="5153100" cy="100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1" name="Google Shape;281;p18"/>
          <p:cNvSpPr txBox="1"/>
          <p:nvPr>
            <p:ph idx="4" type="subTitle"/>
          </p:nvPr>
        </p:nvSpPr>
        <p:spPr>
          <a:xfrm>
            <a:off x="715100" y="1236451"/>
            <a:ext cx="2560800" cy="100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8"/>
          <p:cNvSpPr txBox="1"/>
          <p:nvPr>
            <p:ph idx="5" type="subTitle"/>
          </p:nvPr>
        </p:nvSpPr>
        <p:spPr>
          <a:xfrm>
            <a:off x="715100" y="2370436"/>
            <a:ext cx="2560800" cy="100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8"/>
          <p:cNvSpPr txBox="1"/>
          <p:nvPr>
            <p:ph idx="6" type="subTitle"/>
          </p:nvPr>
        </p:nvSpPr>
        <p:spPr>
          <a:xfrm>
            <a:off x="715100" y="3504421"/>
            <a:ext cx="2560800" cy="100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9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19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287" name="Google Shape;287;p19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288" name="Google Shape;288;p19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291" name="Google Shape;291;p19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292" name="Google Shape;292;p19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295" name="Google Shape;295;p19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296" name="Google Shape;296;p19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9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8" name="Google Shape;298;p19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9" name="Google Shape;299;p19"/>
          <p:cNvSpPr txBox="1"/>
          <p:nvPr>
            <p:ph idx="1" type="subTitle"/>
          </p:nvPr>
        </p:nvSpPr>
        <p:spPr>
          <a:xfrm>
            <a:off x="1292600" y="1406425"/>
            <a:ext cx="31602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0" name="Google Shape;300;p19"/>
          <p:cNvSpPr txBox="1"/>
          <p:nvPr>
            <p:ph idx="2" type="subTitle"/>
          </p:nvPr>
        </p:nvSpPr>
        <p:spPr>
          <a:xfrm>
            <a:off x="1292601" y="1863623"/>
            <a:ext cx="31602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1" name="Google Shape;301;p19"/>
          <p:cNvSpPr txBox="1"/>
          <p:nvPr>
            <p:ph idx="3" type="subTitle"/>
          </p:nvPr>
        </p:nvSpPr>
        <p:spPr>
          <a:xfrm>
            <a:off x="5164534" y="1863623"/>
            <a:ext cx="31602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2" name="Google Shape;302;p19"/>
          <p:cNvSpPr txBox="1"/>
          <p:nvPr>
            <p:ph idx="4" type="subTitle"/>
          </p:nvPr>
        </p:nvSpPr>
        <p:spPr>
          <a:xfrm>
            <a:off x="1292601" y="3580701"/>
            <a:ext cx="31602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3" name="Google Shape;303;p19"/>
          <p:cNvSpPr txBox="1"/>
          <p:nvPr>
            <p:ph idx="5" type="subTitle"/>
          </p:nvPr>
        </p:nvSpPr>
        <p:spPr>
          <a:xfrm>
            <a:off x="5164534" y="3580701"/>
            <a:ext cx="31602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4" name="Google Shape;304;p19"/>
          <p:cNvSpPr txBox="1"/>
          <p:nvPr>
            <p:ph idx="6" type="subTitle"/>
          </p:nvPr>
        </p:nvSpPr>
        <p:spPr>
          <a:xfrm>
            <a:off x="1292600" y="3123503"/>
            <a:ext cx="31602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5" name="Google Shape;305;p19"/>
          <p:cNvSpPr txBox="1"/>
          <p:nvPr>
            <p:ph idx="7" type="subTitle"/>
          </p:nvPr>
        </p:nvSpPr>
        <p:spPr>
          <a:xfrm>
            <a:off x="5164532" y="1406425"/>
            <a:ext cx="31602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6" name="Google Shape;306;p19"/>
          <p:cNvSpPr txBox="1"/>
          <p:nvPr>
            <p:ph idx="8" type="subTitle"/>
          </p:nvPr>
        </p:nvSpPr>
        <p:spPr>
          <a:xfrm>
            <a:off x="5164532" y="3123503"/>
            <a:ext cx="31602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ra"/>
              <a:buNone/>
              <a:defRPr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" name="Google Shape;309;p20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310" name="Google Shape;310;p20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311" name="Google Shape;311;p20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12" name="Google Shape;312;p20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13" name="Google Shape;313;p20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314" name="Google Shape;314;p20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315" name="Google Shape;315;p20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16" name="Google Shape;316;p20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17" name="Google Shape;317;p20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318" name="Google Shape;318;p20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319" name="Google Shape;319;p20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20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1" name="Google Shape;321;p20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2" name="Google Shape;322;p20"/>
          <p:cNvSpPr txBox="1"/>
          <p:nvPr>
            <p:ph idx="1" type="subTitle"/>
          </p:nvPr>
        </p:nvSpPr>
        <p:spPr>
          <a:xfrm>
            <a:off x="3566311" y="1237425"/>
            <a:ext cx="4639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3" name="Google Shape;323;p20"/>
          <p:cNvSpPr txBox="1"/>
          <p:nvPr>
            <p:ph idx="2" type="subTitle"/>
          </p:nvPr>
        </p:nvSpPr>
        <p:spPr>
          <a:xfrm>
            <a:off x="3566311" y="1820200"/>
            <a:ext cx="4639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4" name="Google Shape;324;p20"/>
          <p:cNvSpPr txBox="1"/>
          <p:nvPr>
            <p:ph idx="3" type="subTitle"/>
          </p:nvPr>
        </p:nvSpPr>
        <p:spPr>
          <a:xfrm>
            <a:off x="3566311" y="2985750"/>
            <a:ext cx="4642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5" name="Google Shape;325;p20"/>
          <p:cNvSpPr txBox="1"/>
          <p:nvPr>
            <p:ph idx="4" type="subTitle"/>
          </p:nvPr>
        </p:nvSpPr>
        <p:spPr>
          <a:xfrm>
            <a:off x="3566311" y="3568525"/>
            <a:ext cx="4642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6" name="Google Shape;326;p20"/>
          <p:cNvSpPr txBox="1"/>
          <p:nvPr>
            <p:ph idx="5" type="subTitle"/>
          </p:nvPr>
        </p:nvSpPr>
        <p:spPr>
          <a:xfrm>
            <a:off x="3566311" y="2402975"/>
            <a:ext cx="4639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0"/>
          <p:cNvSpPr txBox="1"/>
          <p:nvPr>
            <p:ph idx="6" type="subTitle"/>
          </p:nvPr>
        </p:nvSpPr>
        <p:spPr>
          <a:xfrm>
            <a:off x="3566311" y="4151300"/>
            <a:ext cx="46395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8" name="Google Shape;328;p20"/>
          <p:cNvSpPr txBox="1"/>
          <p:nvPr>
            <p:ph idx="7" type="subTitle"/>
          </p:nvPr>
        </p:nvSpPr>
        <p:spPr>
          <a:xfrm>
            <a:off x="1481325" y="1237425"/>
            <a:ext cx="2085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0"/>
          <p:cNvSpPr txBox="1"/>
          <p:nvPr>
            <p:ph idx="8" type="subTitle"/>
          </p:nvPr>
        </p:nvSpPr>
        <p:spPr>
          <a:xfrm>
            <a:off x="1480124" y="1820201"/>
            <a:ext cx="2085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0"/>
          <p:cNvSpPr txBox="1"/>
          <p:nvPr>
            <p:ph idx="9" type="subTitle"/>
          </p:nvPr>
        </p:nvSpPr>
        <p:spPr>
          <a:xfrm>
            <a:off x="1479536" y="2402976"/>
            <a:ext cx="2085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1" name="Google Shape;331;p20"/>
          <p:cNvSpPr txBox="1"/>
          <p:nvPr>
            <p:ph idx="13" type="subTitle"/>
          </p:nvPr>
        </p:nvSpPr>
        <p:spPr>
          <a:xfrm>
            <a:off x="1481325" y="2985752"/>
            <a:ext cx="2085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0"/>
          <p:cNvSpPr txBox="1"/>
          <p:nvPr>
            <p:ph idx="14" type="subTitle"/>
          </p:nvPr>
        </p:nvSpPr>
        <p:spPr>
          <a:xfrm>
            <a:off x="1481324" y="3568528"/>
            <a:ext cx="2085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3" name="Google Shape;333;p20"/>
          <p:cNvSpPr txBox="1"/>
          <p:nvPr>
            <p:ph idx="15" type="subTitle"/>
          </p:nvPr>
        </p:nvSpPr>
        <p:spPr>
          <a:xfrm>
            <a:off x="1480736" y="4151300"/>
            <a:ext cx="2085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b="1" sz="1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Sora"/>
              <a:buNone/>
              <a:defRPr sz="19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1"/>
          <p:cNvPicPr preferRelativeResize="0"/>
          <p:nvPr/>
        </p:nvPicPr>
        <p:blipFill>
          <a:blip r:embed="rId2">
            <a:alphaModFix amt="77000"/>
          </a:blip>
          <a:stretch>
            <a:fillRect/>
          </a:stretch>
        </p:blipFill>
        <p:spPr>
          <a:xfrm flipH="1" rot="10800000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21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337" name="Google Shape;337;p21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338" name="Google Shape;338;p21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39" name="Google Shape;339;p21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40" name="Google Shape;340;p21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341" name="Google Shape;341;p21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342" name="Google Shape;342;p21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43" name="Google Shape;343;p21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44" name="Google Shape;344;p21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345" name="Google Shape;345;p21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346" name="Google Shape;346;p21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21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8" name="Google Shape;348;p21"/>
          <p:cNvSpPr txBox="1"/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2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 flipH="1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22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352" name="Google Shape;352;p22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353" name="Google Shape;353;p22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54" name="Google Shape;354;p22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55" name="Google Shape;355;p22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356" name="Google Shape;356;p22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357" name="Google Shape;357;p22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58" name="Google Shape;358;p22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59" name="Google Shape;359;p22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360" name="Google Shape;360;p22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361" name="Google Shape;361;p22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" name="Google Shape;362;p22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3" name="Google Shape;363;p22"/>
          <p:cNvSpPr txBox="1"/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3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6" name="Google Shape;366;p23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367" name="Google Shape;367;p23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368" name="Google Shape;368;p23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69" name="Google Shape;369;p23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70" name="Google Shape;370;p23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371" name="Google Shape;371;p23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372" name="Google Shape;372;p23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73" name="Google Shape;373;p23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74" name="Google Shape;374;p23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375" name="Google Shape;375;p23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376" name="Google Shape;376;p23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23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8" name="Google Shape;378;p23"/>
          <p:cNvSpPr txBox="1"/>
          <p:nvPr>
            <p:ph type="ctrTitle"/>
          </p:nvPr>
        </p:nvSpPr>
        <p:spPr>
          <a:xfrm>
            <a:off x="2468238" y="724075"/>
            <a:ext cx="45210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9" name="Google Shape;379;p23"/>
          <p:cNvSpPr txBox="1"/>
          <p:nvPr>
            <p:ph idx="1" type="subTitle"/>
          </p:nvPr>
        </p:nvSpPr>
        <p:spPr>
          <a:xfrm>
            <a:off x="2468238" y="1721875"/>
            <a:ext cx="4521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0" name="Google Shape;380;p23"/>
          <p:cNvSpPr txBox="1"/>
          <p:nvPr/>
        </p:nvSpPr>
        <p:spPr>
          <a:xfrm>
            <a:off x="2468250" y="3543300"/>
            <a:ext cx="45210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 u="sng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</a:t>
            </a:r>
            <a:r>
              <a:rPr b="1" lang="en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r>
              <a:rPr lang="en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includes </a:t>
            </a:r>
            <a:r>
              <a:rPr lang="en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icons by </a:t>
            </a:r>
            <a:r>
              <a:rPr b="1" lang="en" sz="1100" u="sng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r>
              <a:rPr lang="en" sz="11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infographics &amp; images by </a:t>
            </a:r>
            <a:r>
              <a:rPr b="1" lang="en" sz="1100" u="sng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 u="sng">
              <a:solidFill>
                <a:schemeClr val="dk1"/>
              </a:solidFill>
              <a:highlight>
                <a:srgbClr val="DFDEFC"/>
              </a:highlight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24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 flipH="1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24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384" name="Google Shape;384;p24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385" name="Google Shape;385;p24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86" name="Google Shape;386;p24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87" name="Google Shape;387;p24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388" name="Google Shape;388;p24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389" name="Google Shape;389;p24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90" name="Google Shape;390;p24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91" name="Google Shape;391;p24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392" name="Google Shape;392;p24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393" name="Google Shape;393;p24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24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2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" name="Google Shape;397;p25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398" name="Google Shape;398;p25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399" name="Google Shape;399;p25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00" name="Google Shape;400;p25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01" name="Google Shape;401;p25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402" name="Google Shape;402;p25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403" name="Google Shape;403;p25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04" name="Google Shape;404;p25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05" name="Google Shape;405;p25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406" name="Google Shape;406;p25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407" name="Google Shape;407;p25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25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strument Sans"/>
              <a:buChar char="○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strument Sans"/>
              <a:buChar char="○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■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●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○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■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●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○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■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hyperlink" Target="https://www.figma.com/make/ewEij35Z5thj0BeePegApf/Dise%C3%B1o-UI-UX-para-HealthCare?t=7TpUJD29gkpsIyV3-20&amp;fullscreen=1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6"/>
          <p:cNvSpPr txBox="1"/>
          <p:nvPr>
            <p:ph type="ctrTitle"/>
          </p:nvPr>
        </p:nvSpPr>
        <p:spPr>
          <a:xfrm>
            <a:off x="904700" y="661400"/>
            <a:ext cx="6145200" cy="242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Proyecto Capstone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14" name="Google Shape;414;p26"/>
          <p:cNvSpPr txBox="1"/>
          <p:nvPr>
            <p:ph idx="1" type="subTitle"/>
          </p:nvPr>
        </p:nvSpPr>
        <p:spPr>
          <a:xfrm>
            <a:off x="5187550" y="3282150"/>
            <a:ext cx="3241500" cy="13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Profesor Aldo Martinez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 004D</a:t>
            </a:r>
            <a:endParaRPr/>
          </a:p>
        </p:txBody>
      </p:sp>
      <p:cxnSp>
        <p:nvCxnSpPr>
          <p:cNvPr id="415" name="Google Shape;415;p26"/>
          <p:cNvCxnSpPr/>
          <p:nvPr/>
        </p:nvCxnSpPr>
        <p:spPr>
          <a:xfrm>
            <a:off x="715100" y="976175"/>
            <a:ext cx="0" cy="190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26"/>
          <p:cNvSpPr txBox="1"/>
          <p:nvPr>
            <p:ph idx="1" type="subTitle"/>
          </p:nvPr>
        </p:nvSpPr>
        <p:spPr>
          <a:xfrm>
            <a:off x="904700" y="3282150"/>
            <a:ext cx="3241500" cy="13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Integrantes: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Antonia Barrera.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Ignacio Fern</a:t>
            </a:r>
            <a:r>
              <a:rPr lang="en"/>
              <a:t>ández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Matías Meneses</a:t>
            </a:r>
            <a:endParaRPr/>
          </a:p>
        </p:txBody>
      </p:sp>
      <p:pic>
        <p:nvPicPr>
          <p:cNvPr id="417" name="Google Shape;41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7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Índice</a:t>
            </a:r>
            <a:endParaRPr/>
          </a:p>
        </p:txBody>
      </p:sp>
      <p:sp>
        <p:nvSpPr>
          <p:cNvPr id="423" name="Google Shape;423;p27"/>
          <p:cNvSpPr txBox="1"/>
          <p:nvPr>
            <p:ph idx="2" type="title"/>
          </p:nvPr>
        </p:nvSpPr>
        <p:spPr>
          <a:xfrm>
            <a:off x="799125" y="1195425"/>
            <a:ext cx="872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424" name="Google Shape;424;p27"/>
          <p:cNvSpPr txBox="1"/>
          <p:nvPr>
            <p:ph idx="3" type="title"/>
          </p:nvPr>
        </p:nvSpPr>
        <p:spPr>
          <a:xfrm>
            <a:off x="799125" y="2751675"/>
            <a:ext cx="872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425" name="Google Shape;425;p27"/>
          <p:cNvSpPr txBox="1"/>
          <p:nvPr>
            <p:ph idx="4" type="title"/>
          </p:nvPr>
        </p:nvSpPr>
        <p:spPr>
          <a:xfrm>
            <a:off x="799125" y="1714163"/>
            <a:ext cx="872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426" name="Google Shape;426;p27"/>
          <p:cNvSpPr txBox="1"/>
          <p:nvPr>
            <p:ph idx="5" type="title"/>
          </p:nvPr>
        </p:nvSpPr>
        <p:spPr>
          <a:xfrm>
            <a:off x="780000" y="3270425"/>
            <a:ext cx="872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  <p:sp>
        <p:nvSpPr>
          <p:cNvPr id="427" name="Google Shape;427;p27"/>
          <p:cNvSpPr txBox="1"/>
          <p:nvPr>
            <p:ph idx="6" type="title"/>
          </p:nvPr>
        </p:nvSpPr>
        <p:spPr>
          <a:xfrm>
            <a:off x="799125" y="2232925"/>
            <a:ext cx="872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428" name="Google Shape;428;p27"/>
          <p:cNvSpPr txBox="1"/>
          <p:nvPr>
            <p:ph idx="7" type="title"/>
          </p:nvPr>
        </p:nvSpPr>
        <p:spPr>
          <a:xfrm>
            <a:off x="780000" y="3727550"/>
            <a:ext cx="872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06.</a:t>
            </a:r>
            <a:endParaRPr/>
          </a:p>
        </p:txBody>
      </p:sp>
      <p:sp>
        <p:nvSpPr>
          <p:cNvPr id="429" name="Google Shape;429;p27"/>
          <p:cNvSpPr txBox="1"/>
          <p:nvPr>
            <p:ph idx="1" type="subTitle"/>
          </p:nvPr>
        </p:nvSpPr>
        <p:spPr>
          <a:xfrm>
            <a:off x="1671225" y="1195425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</a:t>
            </a:r>
            <a:r>
              <a:rPr lang="en"/>
              <a:t>ón.</a:t>
            </a:r>
            <a:endParaRPr/>
          </a:p>
        </p:txBody>
      </p:sp>
      <p:sp>
        <p:nvSpPr>
          <p:cNvPr id="430" name="Google Shape;430;p27"/>
          <p:cNvSpPr txBox="1"/>
          <p:nvPr>
            <p:ph idx="8" type="subTitle"/>
          </p:nvPr>
        </p:nvSpPr>
        <p:spPr>
          <a:xfrm>
            <a:off x="1648450" y="1714163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Contexto.</a:t>
            </a:r>
            <a:endParaRPr/>
          </a:p>
        </p:txBody>
      </p:sp>
      <p:sp>
        <p:nvSpPr>
          <p:cNvPr id="431" name="Google Shape;431;p27"/>
          <p:cNvSpPr txBox="1"/>
          <p:nvPr>
            <p:ph idx="9" type="subTitle"/>
          </p:nvPr>
        </p:nvSpPr>
        <p:spPr>
          <a:xfrm>
            <a:off x="1648450" y="2232900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r>
              <a:rPr lang="en"/>
              <a:t>ática.</a:t>
            </a:r>
            <a:endParaRPr/>
          </a:p>
        </p:txBody>
      </p:sp>
      <p:cxnSp>
        <p:nvCxnSpPr>
          <p:cNvPr id="432" name="Google Shape;432;p27"/>
          <p:cNvCxnSpPr/>
          <p:nvPr/>
        </p:nvCxnSpPr>
        <p:spPr>
          <a:xfrm flipH="1">
            <a:off x="1648500" y="1156450"/>
            <a:ext cx="3600" cy="335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27"/>
          <p:cNvSpPr txBox="1"/>
          <p:nvPr>
            <p:ph idx="1" type="subTitle"/>
          </p:nvPr>
        </p:nvSpPr>
        <p:spPr>
          <a:xfrm>
            <a:off x="1659838" y="2751675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Soluci</a:t>
            </a:r>
            <a:r>
              <a:rPr lang="en"/>
              <a:t>ón.</a:t>
            </a:r>
            <a:endParaRPr/>
          </a:p>
        </p:txBody>
      </p:sp>
      <p:sp>
        <p:nvSpPr>
          <p:cNvPr id="434" name="Google Shape;434;p27"/>
          <p:cNvSpPr txBox="1"/>
          <p:nvPr>
            <p:ph idx="8" type="subTitle"/>
          </p:nvPr>
        </p:nvSpPr>
        <p:spPr>
          <a:xfrm>
            <a:off x="1637063" y="3270413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</a:t>
            </a:r>
            <a:r>
              <a:rPr lang="en"/>
              <a:t>ía/Plan/Roles.</a:t>
            </a:r>
            <a:endParaRPr/>
          </a:p>
        </p:txBody>
      </p:sp>
      <p:sp>
        <p:nvSpPr>
          <p:cNvPr id="435" name="Google Shape;435;p27"/>
          <p:cNvSpPr txBox="1"/>
          <p:nvPr>
            <p:ph idx="9" type="subTitle"/>
          </p:nvPr>
        </p:nvSpPr>
        <p:spPr>
          <a:xfrm>
            <a:off x="1637063" y="3789150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Arquitectura.</a:t>
            </a:r>
            <a:endParaRPr/>
          </a:p>
        </p:txBody>
      </p:sp>
      <p:sp>
        <p:nvSpPr>
          <p:cNvPr id="436" name="Google Shape;436;p27"/>
          <p:cNvSpPr txBox="1"/>
          <p:nvPr>
            <p:ph idx="2" type="title"/>
          </p:nvPr>
        </p:nvSpPr>
        <p:spPr>
          <a:xfrm>
            <a:off x="4962000" y="1234400"/>
            <a:ext cx="872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07.</a:t>
            </a:r>
            <a:endParaRPr/>
          </a:p>
        </p:txBody>
      </p:sp>
      <p:sp>
        <p:nvSpPr>
          <p:cNvPr id="437" name="Google Shape;437;p27"/>
          <p:cNvSpPr txBox="1"/>
          <p:nvPr>
            <p:ph idx="3" type="title"/>
          </p:nvPr>
        </p:nvSpPr>
        <p:spPr>
          <a:xfrm>
            <a:off x="4962000" y="2790650"/>
            <a:ext cx="872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</a:t>
            </a:r>
            <a:endParaRPr/>
          </a:p>
        </p:txBody>
      </p:sp>
      <p:sp>
        <p:nvSpPr>
          <p:cNvPr id="438" name="Google Shape;438;p27"/>
          <p:cNvSpPr txBox="1"/>
          <p:nvPr>
            <p:ph idx="4" type="title"/>
          </p:nvPr>
        </p:nvSpPr>
        <p:spPr>
          <a:xfrm>
            <a:off x="4962000" y="1753138"/>
            <a:ext cx="872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08.</a:t>
            </a:r>
            <a:endParaRPr/>
          </a:p>
        </p:txBody>
      </p:sp>
      <p:sp>
        <p:nvSpPr>
          <p:cNvPr id="439" name="Google Shape;439;p27"/>
          <p:cNvSpPr txBox="1"/>
          <p:nvPr>
            <p:ph idx="5" type="title"/>
          </p:nvPr>
        </p:nvSpPr>
        <p:spPr>
          <a:xfrm>
            <a:off x="4942875" y="3309400"/>
            <a:ext cx="872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</a:t>
            </a:r>
            <a:endParaRPr/>
          </a:p>
        </p:txBody>
      </p:sp>
      <p:sp>
        <p:nvSpPr>
          <p:cNvPr id="440" name="Google Shape;440;p27"/>
          <p:cNvSpPr txBox="1"/>
          <p:nvPr>
            <p:ph idx="6" type="title"/>
          </p:nvPr>
        </p:nvSpPr>
        <p:spPr>
          <a:xfrm>
            <a:off x="4962000" y="2271900"/>
            <a:ext cx="872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09.</a:t>
            </a:r>
            <a:endParaRPr/>
          </a:p>
        </p:txBody>
      </p:sp>
      <p:sp>
        <p:nvSpPr>
          <p:cNvPr id="441" name="Google Shape;441;p27"/>
          <p:cNvSpPr txBox="1"/>
          <p:nvPr>
            <p:ph idx="7" type="title"/>
          </p:nvPr>
        </p:nvSpPr>
        <p:spPr>
          <a:xfrm>
            <a:off x="4942875" y="3766525"/>
            <a:ext cx="8721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</a:t>
            </a:r>
            <a:endParaRPr/>
          </a:p>
        </p:txBody>
      </p:sp>
      <p:sp>
        <p:nvSpPr>
          <p:cNvPr id="442" name="Google Shape;442;p27"/>
          <p:cNvSpPr txBox="1"/>
          <p:nvPr>
            <p:ph idx="1" type="subTitle"/>
          </p:nvPr>
        </p:nvSpPr>
        <p:spPr>
          <a:xfrm>
            <a:off x="5834100" y="1234400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Competencias.</a:t>
            </a:r>
            <a:endParaRPr/>
          </a:p>
        </p:txBody>
      </p:sp>
      <p:sp>
        <p:nvSpPr>
          <p:cNvPr id="443" name="Google Shape;443;p27"/>
          <p:cNvSpPr txBox="1"/>
          <p:nvPr>
            <p:ph idx="8" type="subTitle"/>
          </p:nvPr>
        </p:nvSpPr>
        <p:spPr>
          <a:xfrm>
            <a:off x="5811325" y="1753138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Riesgos.</a:t>
            </a:r>
            <a:endParaRPr/>
          </a:p>
        </p:txBody>
      </p:sp>
      <p:sp>
        <p:nvSpPr>
          <p:cNvPr id="444" name="Google Shape;444;p27"/>
          <p:cNvSpPr txBox="1"/>
          <p:nvPr>
            <p:ph idx="9" type="subTitle"/>
          </p:nvPr>
        </p:nvSpPr>
        <p:spPr>
          <a:xfrm>
            <a:off x="5811325" y="2271875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Seguridad.</a:t>
            </a:r>
            <a:endParaRPr/>
          </a:p>
        </p:txBody>
      </p:sp>
      <p:cxnSp>
        <p:nvCxnSpPr>
          <p:cNvPr id="445" name="Google Shape;445;p27"/>
          <p:cNvCxnSpPr/>
          <p:nvPr/>
        </p:nvCxnSpPr>
        <p:spPr>
          <a:xfrm flipH="1">
            <a:off x="5811375" y="1195425"/>
            <a:ext cx="3600" cy="335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27"/>
          <p:cNvSpPr txBox="1"/>
          <p:nvPr>
            <p:ph idx="1" type="subTitle"/>
          </p:nvPr>
        </p:nvSpPr>
        <p:spPr>
          <a:xfrm>
            <a:off x="5822726" y="2790650"/>
            <a:ext cx="2845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de Negocio.</a:t>
            </a:r>
            <a:endParaRPr/>
          </a:p>
        </p:txBody>
      </p:sp>
      <p:sp>
        <p:nvSpPr>
          <p:cNvPr id="447" name="Google Shape;447;p27"/>
          <p:cNvSpPr txBox="1"/>
          <p:nvPr>
            <p:ph idx="8" type="subTitle"/>
          </p:nvPr>
        </p:nvSpPr>
        <p:spPr>
          <a:xfrm>
            <a:off x="5799938" y="3309388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Mockup.</a:t>
            </a:r>
            <a:endParaRPr/>
          </a:p>
        </p:txBody>
      </p:sp>
      <p:sp>
        <p:nvSpPr>
          <p:cNvPr id="448" name="Google Shape;448;p27"/>
          <p:cNvSpPr txBox="1"/>
          <p:nvPr>
            <p:ph idx="9" type="subTitle"/>
          </p:nvPr>
        </p:nvSpPr>
        <p:spPr>
          <a:xfrm>
            <a:off x="5799938" y="3828125"/>
            <a:ext cx="25899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</a:t>
            </a:r>
            <a:r>
              <a:rPr lang="en"/>
              <a:t>ón</a:t>
            </a:r>
            <a:endParaRPr/>
          </a:p>
        </p:txBody>
      </p:sp>
      <p:pic>
        <p:nvPicPr>
          <p:cNvPr id="449" name="Google Shape;4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58709"/>
            <a:ext cx="1764675" cy="4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"/>
          <p:cNvSpPr txBox="1"/>
          <p:nvPr>
            <p:ph type="title"/>
          </p:nvPr>
        </p:nvSpPr>
        <p:spPr>
          <a:xfrm>
            <a:off x="645250" y="5051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</a:t>
            </a:r>
            <a:r>
              <a:rPr lang="en"/>
              <a:t>ón</a:t>
            </a:r>
            <a:endParaRPr/>
          </a:p>
        </p:txBody>
      </p:sp>
      <p:sp>
        <p:nvSpPr>
          <p:cNvPr id="455" name="Google Shape;455;p28"/>
          <p:cNvSpPr txBox="1"/>
          <p:nvPr/>
        </p:nvSpPr>
        <p:spPr>
          <a:xfrm>
            <a:off x="1498950" y="1680100"/>
            <a:ext cx="6146100" cy="15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 esta presentación daremos a conocer la propuesta de nuestro proyecto, la idea, el contexto , las competencias que aplicaremos en el proyecto. Además, revisaremos la metodología de trabajo, la arquitectura técnica, los riesgos identificados, las medidas de seguridad y el modelo de negocio, finalizando con la muestra de nuestros mockups.</a:t>
            </a:r>
            <a:endParaRPr sz="13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56" name="Google Shape;4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9"/>
          <p:cNvSpPr txBox="1"/>
          <p:nvPr>
            <p:ph type="title"/>
          </p:nvPr>
        </p:nvSpPr>
        <p:spPr>
          <a:xfrm>
            <a:off x="918275" y="435875"/>
            <a:ext cx="2132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Contexto</a:t>
            </a:r>
            <a:endParaRPr sz="3000"/>
          </a:p>
        </p:txBody>
      </p:sp>
      <p:pic>
        <p:nvPicPr>
          <p:cNvPr id="462" name="Google Shape;4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9"/>
          <p:cNvSpPr txBox="1"/>
          <p:nvPr/>
        </p:nvSpPr>
        <p:spPr>
          <a:xfrm>
            <a:off x="1667850" y="1289225"/>
            <a:ext cx="5808300" cy="23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Durante los meses de invierno en Chile, las bajas temperaturas, las lluvias y la contaminación generan un aumento crítico en las enfermedades respiratorias, destacando el Virus Respiratorio Sincicial (VRS) y la Influenza. Esta situación impacta principalmente a los grupos de mayor riesgo, como lactantes y adultos mayores, provocando una alta saturación en los servicios de urgencia y una gran demanda de camas hospitalarias. </a:t>
            </a:r>
            <a:endParaRPr sz="13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Ante esta presión constante sobre la red de salud, el MINSAL debe implementar y reforzar anualmente la Campaña de Invierno para aumentar la capacidad de atención y gestionar de mejor manera los recursos disponibles.</a:t>
            </a:r>
            <a:endParaRPr sz="13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0"/>
          <p:cNvSpPr txBox="1"/>
          <p:nvPr>
            <p:ph type="title"/>
          </p:nvPr>
        </p:nvSpPr>
        <p:spPr>
          <a:xfrm flipH="1">
            <a:off x="310875" y="369725"/>
            <a:ext cx="2861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r>
              <a:rPr lang="en"/>
              <a:t>ática</a:t>
            </a:r>
            <a:endParaRPr/>
          </a:p>
        </p:txBody>
      </p:sp>
      <p:sp>
        <p:nvSpPr>
          <p:cNvPr id="469" name="Google Shape;469;p30"/>
          <p:cNvSpPr txBox="1"/>
          <p:nvPr>
            <p:ph idx="1" type="body"/>
          </p:nvPr>
        </p:nvSpPr>
        <p:spPr>
          <a:xfrm flipH="1">
            <a:off x="1847100" y="1284750"/>
            <a:ext cx="54498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300">
                <a:solidFill>
                  <a:schemeClr val="dk1"/>
                </a:solidFill>
              </a:rPr>
              <a:t>Respuesta tardía: Los centros de salud refuerzan sus recursos cuando la demanda ya aumentó y las urgencias comienzan a saturarse.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300">
                <a:solidFill>
                  <a:schemeClr val="dk1"/>
                </a:solidFill>
              </a:rPr>
              <a:t>Falta de anticipación: No se aprovecha la ventana de hasta 96 horas entre las condiciones ambientales y el aumento de consultas respiratorias.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300">
                <a:solidFill>
                  <a:schemeClr val="dk1"/>
                </a:solidFill>
              </a:rPr>
              <a:t>Asignación ineficiente: La falta de planificación genera sobrecarga de personal, uso de horas extra y presión sobre las camas disponibles.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300">
                <a:solidFill>
                  <a:schemeClr val="dk1"/>
                </a:solidFill>
              </a:rPr>
              <a:t>Información retrasada: Los reportes epidemiológicos dificultan tomar decisiones operativas de manera oportuna.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470" name="Google Shape;47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"/>
          <p:cNvSpPr txBox="1"/>
          <p:nvPr>
            <p:ph type="title"/>
          </p:nvPr>
        </p:nvSpPr>
        <p:spPr>
          <a:xfrm>
            <a:off x="660700" y="369725"/>
            <a:ext cx="241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Soluci</a:t>
            </a:r>
            <a:r>
              <a:rPr lang="en"/>
              <a:t>ón</a:t>
            </a:r>
            <a:endParaRPr/>
          </a:p>
        </p:txBody>
      </p:sp>
      <p:sp>
        <p:nvSpPr>
          <p:cNvPr id="476" name="Google Shape;476;p31"/>
          <p:cNvSpPr txBox="1"/>
          <p:nvPr>
            <p:ph idx="2" type="subTitle"/>
          </p:nvPr>
        </p:nvSpPr>
        <p:spPr>
          <a:xfrm>
            <a:off x="1942050" y="1203700"/>
            <a:ext cx="5259900" cy="18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Desarrollar una aplicación web integrada con modelos predictivos de Machine Learning que utilice datos epidemiológicos, ambientales y climáticos para anticipar </a:t>
            </a:r>
            <a:r>
              <a:rPr lang="en" sz="1300"/>
              <a:t>el</a:t>
            </a:r>
            <a:r>
              <a:rPr lang="en" sz="1300"/>
              <a:t> aumento de la demanda por enfermedades respiratorias. </a:t>
            </a:r>
            <a:endParaRPr sz="13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La plataforma permitirá visualizar las predicciones mediante un dashboard y apoyar la planificación de recursos en los centros de salud.</a:t>
            </a:r>
            <a:endParaRPr sz="1300"/>
          </a:p>
        </p:txBody>
      </p:sp>
      <p:pic>
        <p:nvPicPr>
          <p:cNvPr id="477" name="Google Shape;47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2"/>
          <p:cNvSpPr txBox="1"/>
          <p:nvPr>
            <p:ph type="title"/>
          </p:nvPr>
        </p:nvSpPr>
        <p:spPr>
          <a:xfrm>
            <a:off x="720000" y="475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</a:t>
            </a:r>
            <a:r>
              <a:rPr lang="en"/>
              <a:t>ía</a:t>
            </a:r>
            <a:endParaRPr/>
          </a:p>
        </p:txBody>
      </p:sp>
      <p:sp>
        <p:nvSpPr>
          <p:cNvPr id="483" name="Google Shape;483;p32"/>
          <p:cNvSpPr txBox="1"/>
          <p:nvPr>
            <p:ph idx="4" type="subTitle"/>
          </p:nvPr>
        </p:nvSpPr>
        <p:spPr>
          <a:xfrm>
            <a:off x="1299923" y="1285150"/>
            <a:ext cx="71289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Kanban</a:t>
            </a:r>
            <a:endParaRPr/>
          </a:p>
        </p:txBody>
      </p:sp>
      <p:sp>
        <p:nvSpPr>
          <p:cNvPr id="484" name="Google Shape;484;p32"/>
          <p:cNvSpPr txBox="1"/>
          <p:nvPr>
            <p:ph idx="1" type="subTitle"/>
          </p:nvPr>
        </p:nvSpPr>
        <p:spPr>
          <a:xfrm>
            <a:off x="1299924" y="1752547"/>
            <a:ext cx="712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Usaremos Kanban para organizar y gestionar las actividades del proyecto, permitiendo visualizar el avance de las tareas, </a:t>
            </a:r>
            <a:r>
              <a:rPr lang="en"/>
              <a:t>asignar responsables y priorizar actividades según las necesidades del equipo.</a:t>
            </a:r>
            <a:endParaRPr/>
          </a:p>
        </p:txBody>
      </p:sp>
      <p:sp>
        <p:nvSpPr>
          <p:cNvPr id="485" name="Google Shape;485;p32"/>
          <p:cNvSpPr txBox="1"/>
          <p:nvPr>
            <p:ph idx="3" type="subTitle"/>
          </p:nvPr>
        </p:nvSpPr>
        <p:spPr>
          <a:xfrm>
            <a:off x="1299925" y="2970100"/>
            <a:ext cx="71289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Usaremos CRISP-DM para guiar el desarrollo del modelo predictivo, permitiendo trabajar de forma estructurada e iterativa.</a:t>
            </a:r>
            <a:endParaRPr/>
          </a:p>
        </p:txBody>
      </p:sp>
      <p:sp>
        <p:nvSpPr>
          <p:cNvPr id="486" name="Google Shape;486;p32"/>
          <p:cNvSpPr txBox="1"/>
          <p:nvPr>
            <p:ph idx="6" type="subTitle"/>
          </p:nvPr>
        </p:nvSpPr>
        <p:spPr>
          <a:xfrm>
            <a:off x="1299930" y="2512904"/>
            <a:ext cx="71289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CRISP-DM</a:t>
            </a:r>
            <a:endParaRPr/>
          </a:p>
        </p:txBody>
      </p:sp>
      <p:cxnSp>
        <p:nvCxnSpPr>
          <p:cNvPr id="487" name="Google Shape;487;p32"/>
          <p:cNvCxnSpPr/>
          <p:nvPr/>
        </p:nvCxnSpPr>
        <p:spPr>
          <a:xfrm>
            <a:off x="1299894" y="1285138"/>
            <a:ext cx="0" cy="79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32"/>
          <p:cNvCxnSpPr/>
          <p:nvPr/>
        </p:nvCxnSpPr>
        <p:spPr>
          <a:xfrm>
            <a:off x="1299894" y="2645050"/>
            <a:ext cx="0" cy="79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9" name="Google Shape;4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1775" y="369725"/>
            <a:ext cx="1687375" cy="4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3"/>
          <p:cNvSpPr txBox="1"/>
          <p:nvPr>
            <p:ph type="title"/>
          </p:nvPr>
        </p:nvSpPr>
        <p:spPr>
          <a:xfrm>
            <a:off x="376425" y="300525"/>
            <a:ext cx="347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 de trabajo</a:t>
            </a:r>
            <a:endParaRPr/>
          </a:p>
        </p:txBody>
      </p:sp>
      <p:pic>
        <p:nvPicPr>
          <p:cNvPr id="495" name="Google Shape;4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3"/>
          <p:cNvSpPr txBox="1"/>
          <p:nvPr>
            <p:ph idx="6" type="subTitle"/>
          </p:nvPr>
        </p:nvSpPr>
        <p:spPr>
          <a:xfrm>
            <a:off x="715050" y="1273075"/>
            <a:ext cx="7713900" cy="20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●"/>
            </a:pPr>
            <a:r>
              <a:rPr b="0" lang="en" sz="1400">
                <a:latin typeface="Instrument Sans"/>
                <a:ea typeface="Instrument Sans"/>
                <a:cs typeface="Instrument Sans"/>
                <a:sym typeface="Instrument Sans"/>
              </a:rPr>
              <a:t>Fase 1: Inicio del Proyecto (4 semanas)</a:t>
            </a:r>
            <a:endParaRPr b="0"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○"/>
            </a:pPr>
            <a:r>
              <a:rPr lang="en" sz="1400">
                <a:latin typeface="Instrument Sans"/>
                <a:ea typeface="Instrument Sans"/>
                <a:cs typeface="Instrument Sans"/>
                <a:sym typeface="Instrument Sans"/>
              </a:rPr>
              <a:t>Levantamiento de información, definición de requerimientos y planificación.</a:t>
            </a:r>
            <a:endParaRPr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●"/>
            </a:pPr>
            <a:r>
              <a:rPr b="0" lang="en" sz="1400">
                <a:latin typeface="Instrument Sans"/>
                <a:ea typeface="Instrument Sans"/>
                <a:cs typeface="Instrument Sans"/>
                <a:sym typeface="Instrument Sans"/>
              </a:rPr>
              <a:t>Fase 2: Desarrollo e Implementación (11,5 semanas)</a:t>
            </a:r>
            <a:endParaRPr b="0"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○"/>
            </a:pPr>
            <a:r>
              <a:rPr lang="en" sz="1400">
                <a:latin typeface="Instrument Sans"/>
                <a:ea typeface="Instrument Sans"/>
                <a:cs typeface="Instrument Sans"/>
                <a:sym typeface="Instrument Sans"/>
              </a:rPr>
              <a:t>Etapa principal de construcción del sistema y asignación de tareas específicas.</a:t>
            </a:r>
            <a:endParaRPr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●"/>
            </a:pPr>
            <a:r>
              <a:rPr b="0" lang="en" sz="1400">
                <a:latin typeface="Instrument Sans"/>
                <a:ea typeface="Instrument Sans"/>
                <a:cs typeface="Instrument Sans"/>
                <a:sym typeface="Instrument Sans"/>
              </a:rPr>
              <a:t>Fase 3: Testeo, Despliegue y Cierre (2,5 semanas)</a:t>
            </a:r>
            <a:endParaRPr b="0" sz="14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Char char="○"/>
            </a:pPr>
            <a:r>
              <a:rPr lang="en" sz="1400">
                <a:latin typeface="Instrument Sans"/>
                <a:ea typeface="Instrument Sans"/>
                <a:cs typeface="Instrument Sans"/>
                <a:sym typeface="Instrument Sans"/>
              </a:rPr>
              <a:t>Pruebas de funcionamiento, puesta en marcha del proyecto y presentación final.</a:t>
            </a:r>
            <a:endParaRPr sz="1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4"/>
          <p:cNvSpPr txBox="1"/>
          <p:nvPr>
            <p:ph type="title"/>
          </p:nvPr>
        </p:nvSpPr>
        <p:spPr>
          <a:xfrm>
            <a:off x="567650" y="177288"/>
            <a:ext cx="29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</a:t>
            </a:r>
            <a:endParaRPr/>
          </a:p>
        </p:txBody>
      </p:sp>
      <p:pic>
        <p:nvPicPr>
          <p:cNvPr id="502" name="Google Shape;50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4" title="Captura de pantalla 2026-09-01 a la(s) 10.12.17 p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58860"/>
            <a:ext cx="8839204" cy="221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5"/>
          <p:cNvSpPr txBox="1"/>
          <p:nvPr>
            <p:ph type="title"/>
          </p:nvPr>
        </p:nvSpPr>
        <p:spPr>
          <a:xfrm>
            <a:off x="637775" y="400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Competencias</a:t>
            </a:r>
            <a:endParaRPr/>
          </a:p>
        </p:txBody>
      </p:sp>
      <p:sp>
        <p:nvSpPr>
          <p:cNvPr id="509" name="Google Shape;509;p35"/>
          <p:cNvSpPr txBox="1"/>
          <p:nvPr>
            <p:ph idx="1" type="subTitle"/>
          </p:nvPr>
        </p:nvSpPr>
        <p:spPr>
          <a:xfrm>
            <a:off x="1439500" y="1237425"/>
            <a:ext cx="6315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Gestión de proyectos informáticos</a:t>
            </a:r>
            <a:endParaRPr sz="1300"/>
          </a:p>
        </p:txBody>
      </p:sp>
      <p:sp>
        <p:nvSpPr>
          <p:cNvPr id="510" name="Google Shape;510;p35"/>
          <p:cNvSpPr txBox="1"/>
          <p:nvPr>
            <p:ph idx="2" type="subTitle"/>
          </p:nvPr>
        </p:nvSpPr>
        <p:spPr>
          <a:xfrm>
            <a:off x="1439500" y="1820200"/>
            <a:ext cx="6315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Aseguramiento de la calidad del software</a:t>
            </a:r>
            <a:endParaRPr sz="1300"/>
          </a:p>
        </p:txBody>
      </p:sp>
      <p:sp>
        <p:nvSpPr>
          <p:cNvPr id="511" name="Google Shape;511;p35"/>
          <p:cNvSpPr txBox="1"/>
          <p:nvPr>
            <p:ph idx="3" type="subTitle"/>
          </p:nvPr>
        </p:nvSpPr>
        <p:spPr>
          <a:xfrm>
            <a:off x="1439500" y="2985750"/>
            <a:ext cx="63183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Integración de Tecnologías de información</a:t>
            </a:r>
            <a:endParaRPr sz="1300"/>
          </a:p>
        </p:txBody>
      </p:sp>
      <p:sp>
        <p:nvSpPr>
          <p:cNvPr id="512" name="Google Shape;512;p35"/>
          <p:cNvSpPr txBox="1"/>
          <p:nvPr>
            <p:ph idx="4" type="subTitle"/>
          </p:nvPr>
        </p:nvSpPr>
        <p:spPr>
          <a:xfrm>
            <a:off x="1439500" y="3568525"/>
            <a:ext cx="63183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Gestión de la información utilizando diversas técnicas, entornos de operación, lenguajes de programación y tecnologías.</a:t>
            </a:r>
            <a:endParaRPr sz="1300"/>
          </a:p>
        </p:txBody>
      </p:sp>
      <p:sp>
        <p:nvSpPr>
          <p:cNvPr id="513" name="Google Shape;513;p35"/>
          <p:cNvSpPr txBox="1"/>
          <p:nvPr>
            <p:ph idx="5" type="subTitle"/>
          </p:nvPr>
        </p:nvSpPr>
        <p:spPr>
          <a:xfrm>
            <a:off x="1439500" y="2402975"/>
            <a:ext cx="6315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Desarrollo de soluciones tecnológicas</a:t>
            </a:r>
            <a:endParaRPr sz="1300"/>
          </a:p>
        </p:txBody>
      </p:sp>
      <p:sp>
        <p:nvSpPr>
          <p:cNvPr id="514" name="Google Shape;514;p35"/>
          <p:cNvSpPr txBox="1"/>
          <p:nvPr>
            <p:ph idx="6" type="subTitle"/>
          </p:nvPr>
        </p:nvSpPr>
        <p:spPr>
          <a:xfrm>
            <a:off x="1439500" y="4151300"/>
            <a:ext cx="6315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Aseguramiento de la calidad del software</a:t>
            </a:r>
            <a:endParaRPr sz="1300"/>
          </a:p>
        </p:txBody>
      </p:sp>
      <p:cxnSp>
        <p:nvCxnSpPr>
          <p:cNvPr id="515" name="Google Shape;515;p35"/>
          <p:cNvCxnSpPr/>
          <p:nvPr/>
        </p:nvCxnSpPr>
        <p:spPr>
          <a:xfrm>
            <a:off x="1439500" y="1237425"/>
            <a:ext cx="0" cy="45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35"/>
          <p:cNvCxnSpPr/>
          <p:nvPr/>
        </p:nvCxnSpPr>
        <p:spPr>
          <a:xfrm>
            <a:off x="1439500" y="1820201"/>
            <a:ext cx="0" cy="45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35"/>
          <p:cNvCxnSpPr/>
          <p:nvPr/>
        </p:nvCxnSpPr>
        <p:spPr>
          <a:xfrm>
            <a:off x="1439500" y="2402976"/>
            <a:ext cx="0" cy="45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35"/>
          <p:cNvCxnSpPr/>
          <p:nvPr/>
        </p:nvCxnSpPr>
        <p:spPr>
          <a:xfrm>
            <a:off x="1439500" y="2985752"/>
            <a:ext cx="0" cy="45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35"/>
          <p:cNvCxnSpPr/>
          <p:nvPr/>
        </p:nvCxnSpPr>
        <p:spPr>
          <a:xfrm>
            <a:off x="1439500" y="3568528"/>
            <a:ext cx="0" cy="45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35"/>
          <p:cNvCxnSpPr/>
          <p:nvPr/>
        </p:nvCxnSpPr>
        <p:spPr>
          <a:xfrm>
            <a:off x="1439500" y="4151300"/>
            <a:ext cx="0" cy="45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1" name="Google Shape;5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6"/>
          <p:cNvSpPr txBox="1"/>
          <p:nvPr>
            <p:ph type="title"/>
          </p:nvPr>
        </p:nvSpPr>
        <p:spPr>
          <a:xfrm>
            <a:off x="742025" y="446875"/>
            <a:ext cx="2077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Riesgos</a:t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527" name="Google Shape;52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6"/>
          <p:cNvSpPr txBox="1"/>
          <p:nvPr>
            <p:ph idx="1" type="subTitle"/>
          </p:nvPr>
        </p:nvSpPr>
        <p:spPr>
          <a:xfrm>
            <a:off x="1183350" y="1675675"/>
            <a:ext cx="67773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Para garantizar que el proyecto se cumpla en las 18 semanas, al momento se identificaron principalmente riesgos técnicos y de tiempo: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El cumplimiento del cronograma de desarrollo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 seguridad de la información.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7"/>
          <p:cNvSpPr txBox="1"/>
          <p:nvPr>
            <p:ph type="title"/>
          </p:nvPr>
        </p:nvSpPr>
        <p:spPr>
          <a:xfrm>
            <a:off x="715100" y="535000"/>
            <a:ext cx="77139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Seguridad</a:t>
            </a:r>
            <a:endParaRPr/>
          </a:p>
        </p:txBody>
      </p:sp>
      <p:sp>
        <p:nvSpPr>
          <p:cNvPr id="534" name="Google Shape;534;p37"/>
          <p:cNvSpPr txBox="1"/>
          <p:nvPr>
            <p:ph idx="1" type="subTitle"/>
          </p:nvPr>
        </p:nvSpPr>
        <p:spPr>
          <a:xfrm>
            <a:off x="715100" y="1190825"/>
            <a:ext cx="7713900" cy="25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el apartado de seguridad, esta se encuentra dividida en 3 pilares: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Privacidad de datos: El software no almacenará ningún dato sensible de los pacientes (Nombre, RUT, Direcciones, Ficha clínica), esto debido a que sólo se trabajará con datos estadísticos, lo cuál sería el conteo de pacientes por rango etario y tipo de enfermedad.</a:t>
            </a:r>
            <a:endParaRPr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Seguridad de la APP y Autenticación: El acceso a la app se encontrará restringido exclusivamente a funcionarios autorizados del sistema de salud, estos tendrán credenciales para poder acceder al sistema, las cuales se encontrarán encriptadas en la base de datos.</a:t>
            </a:r>
            <a:endParaRPr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Seguridad de Red e Infraestructura: Toda la comunicación entre la App y el Backend se encontrará encriptada de punto a punto. En adición a esto, las consultas a las bases de datos se encontrarán parametrizadas para mitigar inyecciones SQL. Por el lado de los módulos, estos se encontrarán en contenedores seguros e independientes.</a:t>
            </a:r>
            <a:endParaRPr/>
          </a:p>
        </p:txBody>
      </p:sp>
      <p:pic>
        <p:nvPicPr>
          <p:cNvPr id="535" name="Google Shape;53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5075" y="-1"/>
            <a:ext cx="1128924" cy="2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38" title="Gráfico Modelo Negocios Canvas Profesional 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125" y="17338"/>
            <a:ext cx="6811750" cy="5108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9"/>
          <p:cNvSpPr txBox="1"/>
          <p:nvPr>
            <p:ph type="title"/>
          </p:nvPr>
        </p:nvSpPr>
        <p:spPr>
          <a:xfrm>
            <a:off x="635675" y="300513"/>
            <a:ext cx="214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Mockup</a:t>
            </a:r>
            <a:endParaRPr/>
          </a:p>
        </p:txBody>
      </p:sp>
      <p:pic>
        <p:nvPicPr>
          <p:cNvPr id="547" name="Google Shape;54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7688" y="873223"/>
            <a:ext cx="5668631" cy="4034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0"/>
          <p:cNvSpPr txBox="1"/>
          <p:nvPr>
            <p:ph type="title"/>
          </p:nvPr>
        </p:nvSpPr>
        <p:spPr>
          <a:xfrm>
            <a:off x="635675" y="300513"/>
            <a:ext cx="214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Mockup</a:t>
            </a:r>
            <a:endParaRPr/>
          </a:p>
        </p:txBody>
      </p:sp>
      <p:pic>
        <p:nvPicPr>
          <p:cNvPr id="554" name="Google Shape;55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3775" y="873213"/>
            <a:ext cx="6916442" cy="396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1"/>
          <p:cNvSpPr txBox="1"/>
          <p:nvPr>
            <p:ph type="title"/>
          </p:nvPr>
        </p:nvSpPr>
        <p:spPr>
          <a:xfrm>
            <a:off x="635675" y="300513"/>
            <a:ext cx="214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Mockup</a:t>
            </a:r>
            <a:endParaRPr/>
          </a:p>
        </p:txBody>
      </p:sp>
      <p:pic>
        <p:nvPicPr>
          <p:cNvPr id="561" name="Google Shape;56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25613"/>
            <a:ext cx="8839199" cy="3832597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41"/>
          <p:cNvSpPr txBox="1"/>
          <p:nvPr>
            <p:ph idx="4294967295" type="subTitle"/>
          </p:nvPr>
        </p:nvSpPr>
        <p:spPr>
          <a:xfrm>
            <a:off x="2271625" y="4890625"/>
            <a:ext cx="4492800" cy="2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https://www.figma.com/make/ewEij35Z5thj0BeePegApf/Diseño-UI-UX-para-HealthCare?t=7TpUJD29gkpsIyV3-20&amp;fullscreen=1</a:t>
            </a:r>
            <a:r>
              <a:rPr lang="en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2"/>
          <p:cNvSpPr txBox="1"/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</a:t>
            </a:r>
            <a:r>
              <a:rPr lang="en"/>
              <a:t>ón</a:t>
            </a:r>
            <a:endParaRPr/>
          </a:p>
        </p:txBody>
      </p:sp>
      <p:sp>
        <p:nvSpPr>
          <p:cNvPr id="569" name="Google Shape;569;p42"/>
          <p:cNvSpPr txBox="1"/>
          <p:nvPr>
            <p:ph idx="1" type="subTitle"/>
          </p:nvPr>
        </p:nvSpPr>
        <p:spPr>
          <a:xfrm>
            <a:off x="1995500" y="1683550"/>
            <a:ext cx="5153100" cy="100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Teniendo en cuenta todo el trabajo presentado, tenemos la certeza de que este proyecto es totalmente ejecutable y entregable dentro de los tiempos estimados. Además, mantenemos una visión de mejora continua, lo que nos permitirá adaptar, optimizar y perfeccionar la solución en cada etapa del desarrollo.</a:t>
            </a:r>
            <a:endParaRPr/>
          </a:p>
        </p:txBody>
      </p:sp>
      <p:pic>
        <p:nvPicPr>
          <p:cNvPr id="570" name="Google Shape;57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325" y="369723"/>
            <a:ext cx="1764675" cy="4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allowing Difficulties Clinical Case by Slidesgo">
  <a:themeElements>
    <a:clrScheme name="Simple Light">
      <a:dk1>
        <a:srgbClr val="0A1815"/>
      </a:dk1>
      <a:lt1>
        <a:srgbClr val="EBEDEE"/>
      </a:lt1>
      <a:dk2>
        <a:srgbClr val="CDDEDC"/>
      </a:dk2>
      <a:lt2>
        <a:srgbClr val="A8C9C6"/>
      </a:lt2>
      <a:accent1>
        <a:srgbClr val="8AADAA"/>
      </a:accent1>
      <a:accent2>
        <a:srgbClr val="20554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181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